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B4CFD3-9F80-4040-8DD1-EF32F7B7F3CD}">
          <p14:sldIdLst>
            <p14:sldId id="256"/>
            <p14:sldId id="259"/>
          </p14:sldIdLst>
        </p14:section>
        <p14:section name="Introduction" id="{DD723872-36CD-46DC-B135-F415090163AB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390" autoAdjust="0"/>
  </p:normalViewPr>
  <p:slideViewPr>
    <p:cSldViewPr snapToGrid="0">
      <p:cViewPr varScale="1">
        <p:scale>
          <a:sx n="40" d="100"/>
          <a:sy n="40" d="100"/>
        </p:scale>
        <p:origin x="16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A533-A596-486D-A015-7F70337ACA6C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F5BA7-69A6-4A7C-9C56-97D702DC4F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84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Atoms have 4 properties worth discussing in relations to the scope of the presentation.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5BA7-69A6-4A7C-9C56-97D702DC4F9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487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nuclear system we take a radioactive element like uranium-235.</a:t>
            </a:r>
          </a:p>
          <a:p>
            <a:r>
              <a:rPr lang="en-US" dirty="0"/>
              <a:t>When then fire a neutron particle into the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5BA7-69A6-4A7C-9C56-97D702DC4F9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6627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947F-FE50-B6B5-9C3E-AF1ACA5E0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C0A1B-DD68-2182-C359-CDE31E4DD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4BBFA-C678-2888-6C2C-96EABE01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5F94E-66DA-C5F1-E498-57BBC08F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AAC23-3EB3-935C-459D-35A69173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217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B85D-5CC0-3BED-D476-9365871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0D40-FD5F-A080-68F5-0DD62A07E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2A67E-DB9E-B799-A5EF-B3CC79A3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60D9F-B8FE-7820-FB9D-628E1310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2C4C1-0111-4FE6-C455-A1508DD2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395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A80B-0937-88A3-FDAD-A50DB2A98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EA2DC-9EB6-C183-8170-3B7AF2D8D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BF40-1E04-D648-8823-2A8AA217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8229-5B9F-AAE7-19A0-BF4FAEBD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4E34C-9B2E-49E0-3BF1-B00DEE02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40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FDF9-E165-4812-220A-46D0AA4A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307F-85AD-F7F1-279A-736F2DDE9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016C2-47AC-5038-17FA-C1D91ACB7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CAE8D-893A-C046-C9CA-F1044658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2A20F-93C6-853C-C70E-571D93FD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9D24F-0EC0-C233-DB1F-E0AB946B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256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9ACC-F1EB-B80F-826D-43D1463A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C260D-DACB-379E-C293-1265D177B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E4597-12EC-BEA0-7481-9D3DF5FA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14D5A-4F4E-8851-F217-8E7836642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871D6-CC23-4DB1-7F3E-E11C1AF94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A1D6F-F462-2D91-5F26-0AA10B99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2E12C-6C89-5A01-E071-3AB8F3FA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10C46-C6C0-7698-A98D-B8867385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406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29E8-6B9F-C310-0AA1-7B7D12A3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34E25-36B3-A4FC-AEB0-85FF4E23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EBACF-2219-C07D-7CBD-6EC3669E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234A2-3A2C-C494-BDB1-768EAD70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97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72B6E-BD88-2911-3D5A-B7D49ECF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B8D22-994B-96AC-25FC-CC98688B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FC372-3370-8D5D-15B0-F6A8D607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406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31FC-AF2D-5F82-3D38-044438CA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B8866-2A11-D3AF-422A-D0594CED2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8795E-ACAC-2F4A-C898-22ED78037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36245-608D-1BCD-A6B0-C95E604F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5EF00-68B8-2BBC-3B43-039C8387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A0181-833F-FE19-8922-2ECE5DF6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28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A26E-2B2A-D6FF-4ED6-B5C99597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83F82-AFF4-7D2D-9609-BB0955BAD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2471C-2D1B-B1D3-D787-CFC1D1F7D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58145-CD24-C7D9-3F78-68CF3A75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2EB7B-EF79-F0D0-8079-2ED5C151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7DB2-FB10-70AC-F758-E5716DAE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53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444F-AD81-384E-C1C3-DFFC6C23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D0211-CEE5-95E9-5FF7-524288AEF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ABAC-B9B0-AB94-F6CB-6E07F8FB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B4E05-7455-551D-4DBC-378BCB95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4294F-26AF-DD77-6574-D6D7E589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47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454B92-2D23-BFFD-6F97-6D500E70D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37023-1035-93DB-0AD0-DC1BC8D9C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BF89F-93EE-FE33-F37C-65E23202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32E2-F211-294D-9638-C537CF0D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D513D-3531-9CB7-BFFE-082B0EB4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913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CF4369-A3BC-4E7C-B283-E6EF6467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163CC-870B-9668-2A07-DCA47ABAF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CF04E-733A-201C-BD21-AC291887D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F8A6A-D92C-4685-8394-A50FFF47B535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CF9F8-8694-C773-7A88-DDA420A3D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2BA81-2A7F-21A0-04ED-90D65972E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86C79-2808-4DBC-9943-11581068E7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04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DDF4-4B80-D3C1-F4CA-520C2A7D9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71" y="1041400"/>
            <a:ext cx="11996057" cy="2387600"/>
          </a:xfrm>
        </p:spPr>
        <p:txBody>
          <a:bodyPr>
            <a:normAutofit fontScale="90000"/>
          </a:bodyPr>
          <a:lstStyle/>
          <a:p>
            <a:r>
              <a:rPr lang="en-CA" dirty="0"/>
              <a:t>What are the modern computational techniques employed for nuclear physics engineering?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F105C-4551-3206-B997-95344A072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0370" y="5446486"/>
            <a:ext cx="4071257" cy="457200"/>
          </a:xfrm>
        </p:spPr>
        <p:txBody>
          <a:bodyPr/>
          <a:lstStyle/>
          <a:p>
            <a:r>
              <a:rPr lang="en-US" dirty="0"/>
              <a:t>By: Avery Vallée-Vézina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454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81A6-4012-C323-D56C-1891B423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86AAA-2647-4F34-957A-72277A2B3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Introduction</a:t>
            </a:r>
            <a:endParaRPr lang="en-CA" dirty="0"/>
          </a:p>
          <a:p>
            <a:pPr lvl="1"/>
            <a:r>
              <a:rPr lang="en-CA" dirty="0"/>
              <a:t>Overview of the physics required for understanding the further sections</a:t>
            </a:r>
          </a:p>
          <a:p>
            <a:r>
              <a:rPr lang="en-CA" dirty="0"/>
              <a:t>Sections 1:</a:t>
            </a:r>
          </a:p>
          <a:p>
            <a:pPr lvl="1"/>
            <a:r>
              <a:rPr lang="en-CA" dirty="0"/>
              <a:t>LLMs in nuclear physics research</a:t>
            </a:r>
          </a:p>
          <a:p>
            <a:r>
              <a:rPr lang="en-CA" dirty="0"/>
              <a:t>Section 2:</a:t>
            </a:r>
          </a:p>
          <a:p>
            <a:pPr lvl="1"/>
            <a:r>
              <a:rPr lang="en-CA" dirty="0"/>
              <a:t>Use case of computational models</a:t>
            </a:r>
          </a:p>
          <a:p>
            <a:r>
              <a:rPr lang="en-CA" dirty="0"/>
              <a:t>Section 3:</a:t>
            </a:r>
          </a:p>
          <a:p>
            <a:pPr lvl="1"/>
            <a:r>
              <a:rPr lang="en-CA" dirty="0"/>
              <a:t>Nuclear safety modals (Will probably scrap)</a:t>
            </a:r>
          </a:p>
          <a:p>
            <a:r>
              <a:rPr lang="en-CA" dirty="0"/>
              <a:t>Conclusion</a:t>
            </a:r>
          </a:p>
          <a:p>
            <a:pPr lvl="1"/>
            <a:r>
              <a:rPr lang="en-US" dirty="0"/>
              <a:t>Overview of key findings, value, scop of my research, and where it’s headed.</a:t>
            </a:r>
          </a:p>
        </p:txBody>
      </p:sp>
    </p:spTree>
    <p:extLst>
      <p:ext uri="{BB962C8B-B14F-4D97-AF65-F5344CB8AC3E}">
        <p14:creationId xmlns:p14="http://schemas.microsoft.com/office/powerpoint/2010/main" val="82090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B545-DF99-B769-2158-F11ACAD1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Structure of an atom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2D893-6595-7429-27B2-F1BAB825E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atom has 4 properties</a:t>
            </a:r>
          </a:p>
          <a:p>
            <a:r>
              <a:rPr lang="en-CA" dirty="0"/>
              <a:t>Electrons orbiting an atom</a:t>
            </a:r>
          </a:p>
          <a:p>
            <a:r>
              <a:rPr lang="en-CA" dirty="0"/>
              <a:t>The nucleus of an atom</a:t>
            </a:r>
          </a:p>
          <a:p>
            <a:pPr lvl="1"/>
            <a:r>
              <a:rPr lang="en-CA" dirty="0"/>
              <a:t>Equal part protons</a:t>
            </a:r>
          </a:p>
          <a:p>
            <a:pPr lvl="1"/>
            <a:r>
              <a:rPr lang="en-CA" dirty="0"/>
              <a:t>Equal part neutrons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5815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FF2D-DA94-BFE6-71EE-4E949ABD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How do we get energy from atoms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7659-8594-E25B-C64B-08C03D1B1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nuclear system we take radioactive elements</a:t>
            </a:r>
            <a:br>
              <a:rPr lang="en-US" dirty="0"/>
            </a:br>
            <a:r>
              <a:rPr lang="en-US" dirty="0"/>
              <a:t>	(e.g. Uranium-235)</a:t>
            </a:r>
          </a:p>
          <a:p>
            <a:r>
              <a:rPr lang="en-US" dirty="0"/>
              <a:t>Fire a neutron at our uranium element</a:t>
            </a:r>
          </a:p>
          <a:p>
            <a:r>
              <a:rPr lang="en-US" dirty="0"/>
              <a:t>Uranium element becomes an unstable version of itself</a:t>
            </a:r>
          </a:p>
          <a:p>
            <a:pPr lvl="1"/>
            <a:r>
              <a:rPr lang="en-US" dirty="0"/>
              <a:t>Nucleus is unbalanced because there is an extra neutron</a:t>
            </a:r>
          </a:p>
          <a:p>
            <a:endParaRPr lang="en-US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028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187</Words>
  <Application>Microsoft Office PowerPoint</Application>
  <PresentationFormat>Widescreen</PresentationFormat>
  <Paragraphs>32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What are the modern computational techniques employed for nuclear physics engineering?</vt:lpstr>
      <vt:lpstr>Agenda</vt:lpstr>
      <vt:lpstr>Introduction Structure of an atom</vt:lpstr>
      <vt:lpstr>Introduction How do we get energy from atoms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Vallée-Vézina, Avery</dc:creator>
  <cp:lastModifiedBy>Vallée-Vézina, Avery</cp:lastModifiedBy>
  <cp:revision>1</cp:revision>
  <dcterms:created xsi:type="dcterms:W3CDTF">2025-12-05T15:37:42Z</dcterms:created>
  <dcterms:modified xsi:type="dcterms:W3CDTF">2025-12-05T17:24:39Z</dcterms:modified>
</cp:coreProperties>
</file>